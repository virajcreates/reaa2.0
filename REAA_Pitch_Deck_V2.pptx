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60A5FA"/>
                </a:solidFill>
              </a:rPr>
              <a:t>REAA: Karnataka RERA Advisory Intelligence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Redefining PropTech Compliance. Built by Viraj D Naik.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The PropTech Bottleneck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High latency in manual document verification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Fragmented legal frameworks across disparate portals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Complex Statutory Navigation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Procedural confusion between distinct legal filings (e.g., Form M vs. Form N)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Manual calculation of statutory penalties under Section 18 is highly error-prone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Tribunal submissions are frequently delayed by defectively structured paperwork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The Legacy OCR Failure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Standard OCR completely breaks on scanned Indian stamp papers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Language barriers (Kannada/Hindi) break legacy parsers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The REAA Paradigm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Autonomous legal intelligence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Shifting from static search to agentic reasoning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The Dual-Engine Router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Semantic RAG for K-RERA statutory interpretation vs. Text-to-SQL for PostgreSQL database aggregation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Multimodal Vision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Gemini 3.5 Flash natively processes raw PDFs, extracting typed and scanned text (English, Kannada, Hindi) without external OCR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Zero-Retention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Supabase temp_documents bucket paired with an automated pg_cron 1-hour TTL deletion cycle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Zero-Hallucination Guardrails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Strict RAG Grounding exclusively to embedded K-RERA gazettes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Zero-Assumption Engine clearly states limitations if statutory clauses are missing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Citation-Driven Transparency via interactive semantic citation pills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Enterprise-Grade Privacy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Supabase Row Level Security restricts data access to authenticated Google OAuth users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High-Performance UX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Minimalist B&amp;W aesthetic, cinematic HTML5 loops, electric blue semantic citations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Pan-India Horizon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Schema-agnostic architecture ready for MahaRERA and UP RERA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861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Enterprise Integrations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3857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B2B CRM webhooks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Live deployment at https://re-aa-2-0.vercel.app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REAA: Karnataka RERA Advisory Intelligence</dc:title>
  <dc:subject>PptxGenJS Presentation</dc:subject>
  <dc:creator>Viraj D Naik</dc:creator>
  <cp:lastModifiedBy>Viraj D Naik</cp:lastModifiedBy>
  <cp:revision>1</cp:revision>
  <dcterms:created xsi:type="dcterms:W3CDTF">2026-09-17T06:58:59Z</dcterms:created>
  <dcterms:modified xsi:type="dcterms:W3CDTF">2026-09-17T06:58:59Z</dcterms:modified>
</cp:coreProperties>
</file>